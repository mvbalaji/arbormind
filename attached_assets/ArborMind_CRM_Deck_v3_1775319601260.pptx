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1" r:id="rId4"/>
    <p:sldId id="26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0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2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64592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19456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9184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4389120" cy="91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02920" cy="1371600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502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68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286000" cy="27432"/>
          </a:xfrm>
          <a:prstGeom prst="rect">
            <a:avLst/>
          </a:prstGeom>
          <a:solidFill>
            <a:srgbClr val="8C7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78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arbormind.in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99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CRM for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C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Sales Teams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64008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Platform</a:t>
            </a:r>
            <a:endParaRPr lang="en-US" sz="4600" dirty="0"/>
          </a:p>
          <a:p>
            <a:pPr marL="0" indent="0">
              <a:buNone/>
            </a:pPr>
            <a:r>
              <a:rPr lang="en-US" sz="46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</a:t>
            </a:r>
            <a:endParaRPr lang="en-US" sz="4600" dirty="0"/>
          </a:p>
          <a:p>
            <a:pPr marL="0" indent="0">
              <a:buNone/>
            </a:pPr>
            <a:r>
              <a:rPr lang="en-US" sz="46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Era</a:t>
            </a:r>
            <a:endParaRPr lang="en-US" sz="46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1280160" cy="274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21868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622D"/>
                </a:solidFill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5661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5661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622D"/>
                </a:solidFill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913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91363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622D"/>
                </a:solidFill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2611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26110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622D"/>
                </a:solidFill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2743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Flows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645920" cy="36576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journeys. One platform. AI at every step.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Customer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56032" cy="2560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lookup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matched in system by email or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56032" cy="2560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724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Opportunity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Stage, value &amp; close date set in one click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256032" cy="2560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2735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 sent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reply: "Our team will be in touch re [product]"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256032" cy="2560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822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assigned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Territory or round-robin assignment fires automatically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256032" cy="256032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43708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updated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572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margin &amp; pipeline refresh in real 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554480"/>
            <a:ext cx="27432" cy="33832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Lead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256032" cy="2560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form submit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arbormind.in landing captures name, email, company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743200"/>
            <a:ext cx="256032" cy="2560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2724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scored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× behaviour × firmographics → score 0–100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291840"/>
            <a:ext cx="256032" cy="2560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273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welcome fired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"Sales team will reach out within 24 hrs" — auto-sent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840480"/>
            <a:ext cx="256032" cy="2560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0" y="3822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assigned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4023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Capacity-weighted assignment to closest territory rep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4389120"/>
            <a:ext cx="256032" cy="2560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2C2C"/>
                </a:solidFill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12080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→ Opp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572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click converts when qualified; Account + Contact created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services: Kafka · Redis · Audit log · RBAC · REST API · Webhooks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32004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1280160" cy="36576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Salesforce Standard Object Model · extensible via custom objects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45720" cy="822960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 ·  Contact  ·  Opportunity  ·  Case  ·  Asset  ·  Contract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41148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45720" cy="822960"/>
          </a:xfrm>
          <a:prstGeom prst="rect">
            <a:avLst/>
          </a:prstGeom>
          <a:solidFill>
            <a:srgbClr val="5B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&amp; Pricing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25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 ·  Price Book  ·  Price Book Entry  ·  Opportunity Line Item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41148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 ·  Campaign Member  ·  Lead  ·  Lead 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53312"/>
            <a:ext cx="45720" cy="822960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73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 ·  Partner Role  ·  Account Partner  ·  Opportunity Partner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40864"/>
            <a:ext cx="41148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505456"/>
            <a:ext cx="45720" cy="822960"/>
          </a:xfrm>
          <a:prstGeom prst="rect">
            <a:avLst/>
          </a:prstGeom>
          <a:solidFill>
            <a:srgbClr val="8C7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523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25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 ·  Territory  ·  User Territory Association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93008"/>
            <a:ext cx="41148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5720" cy="822960"/>
          </a:xfrm>
          <a:prstGeom prst="rect">
            <a:avLst/>
          </a:prstGeom>
          <a:solidFill>
            <a:srgbClr val="C46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Activity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 ·  Task  ·  Event  ·  Queue  ·  Record Type  ·  Team Member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412480" cy="228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 objects: AccountContactRelation  ·  OpportunityContactRole  ·  CampaignMember  ·  UserTerritory2Association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Crow's Foot  ·  PK = Primary Key  ·  FK = Foreign Key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743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243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8412480" cy="18288"/>
          </a:xfrm>
          <a:prstGeom prst="rect">
            <a:avLst/>
          </a:prstGeom>
          <a:solidFill>
            <a:srgbClr val="E8E2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412480" cy="310896"/>
          </a:xfrm>
          <a:prstGeom prst="rect">
            <a:avLst/>
          </a:prstGeom>
          <a:solidFill>
            <a:srgbClr val="F2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16093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1609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16093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contact has one primary account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1938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 can have many open deals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31136"/>
            <a:ext cx="8412480" cy="310896"/>
          </a:xfrm>
          <a:prstGeom prst="rect">
            <a:avLst/>
          </a:prstGeom>
          <a:solidFill>
            <a:srgbClr val="F2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267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86200" y="2267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/ Asset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cases &amp; owned assets per account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2596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↔ Many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6200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AccountContactRelation (multi-account)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889504"/>
            <a:ext cx="8412480" cy="310896"/>
          </a:xfrm>
          <a:prstGeom prst="rect">
            <a:avLst/>
          </a:prstGeom>
          <a:solidFill>
            <a:srgbClr val="F2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2926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86200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Item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2926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added to an opportunity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3255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14600" y="32552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↔ Many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86200" y="3255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255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OpportunityContactRole (stakeholders)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547872"/>
            <a:ext cx="8412480" cy="310896"/>
          </a:xfrm>
          <a:prstGeom prst="rect">
            <a:avLst/>
          </a:prstGeom>
          <a:solidFill>
            <a:srgbClr val="F2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584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14600" y="3584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86200" y="3584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3584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and contacts as campaign members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1460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Converts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86200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Acct + Contact + Opp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97880" y="39136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conversion creates three records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206240"/>
            <a:ext cx="8412480" cy="310896"/>
          </a:xfrm>
          <a:prstGeom prst="rect">
            <a:avLst/>
          </a:prstGeom>
          <a:solidFill>
            <a:srgbClr val="F2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242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514600" y="42428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Many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886200" y="4242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Book Entry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97880" y="42428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product priced in many books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4572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514600" y="4572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↔ Many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86200" y="4572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4572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UserTerritory2Association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421</Words>
  <Application>Microsoft Office PowerPoint</Application>
  <PresentationFormat>On-screen Show (16:9)</PresentationFormat>
  <Paragraphs>119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ArborMind CRM</dc:title>
  <dc:subject>PptxGenJS Presentation</dc:subject>
  <dc:creator>ArborMind</dc:creator>
  <cp:lastModifiedBy>Balaji Venkateswaran</cp:lastModifiedBy>
  <cp:revision>3</cp:revision>
  <dcterms:created xsi:type="dcterms:W3CDTF">2026-04-04T14:53:46Z</dcterms:created>
  <dcterms:modified xsi:type="dcterms:W3CDTF">2026-04-04T15:16:36Z</dcterms:modified>
</cp:coreProperties>
</file>